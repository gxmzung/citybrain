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mart_campus_solutions_infographic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02" y="0"/>
            <a:ext cx="30287203" cy="4280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